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9334500" cy="5257800"/>
  <p:notesSz cx="5257800"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stack consists of:
- Django - The web framework providing our foundation
- Wagtail - A powerful, flexible CMS built on Django
- Tailwind CSS - A utility-first CSS framework
- django-tailwind - Package for seamless Tailwind integration
What we'll build:
- Home page with rich text content
- Blog with tagging functionality
- Responsive, modern UI with Tailwind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setting up our development environment:
1. We first create a virtual environment to isolate our dependencies
2. Then we install the core packages - Django, Wagtail, and django-tailwind
   - The [reload] option enables hot reloading during development
3. We create a new Wagtail project using the CLI tool
4. Initialize the database with migrations
5. Create an admin user to access the CMS
6. Start the development server to see our project
These steps give us a working foundation to build upon.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Tailwind makes styling straightforward with utility classes. The prose plugin is particularly useful for blog content.
Dark mode is handled with dark: prefixed classes, making theme implementation simpler.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Tailwind integration requires several configuration steps, but the django-tailwind package makes it relatively straightforward.
The browser reload configuration enables hot reloading during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Tailwind integration requires several configuration steps, but the django-tailwind package makes it relatively straightforward.
The browser reload configuration enables hot reloading during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high-level structure of our project. We'll explore each of these components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Extends Wagtail's `Page` model
- `RichTextField` for content editing
- `max_count = 1` ensures only one home page
- `subpage_types` defines allowed child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Extends Wagtail's `Page` model
- `RichTextField` for content editing
- `max_count = 1` ensures only one home page
- `subpage_types` defines allowed child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Extends Wagtail's `Page` model
- `RichTextField` for content editing
- `max_count = 1` ensures only one home page
- `subpage_types` defines allowed child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Extends Wagtail's `Page` model
- `RichTextField` for content editing
- `max_count = 1` ensures only one home page
- `subpage_types` defines allowed child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Extends Wagtail's `Page` model
- `RichTextField` for content editing
- `max_count = 1` ensures only one home page
- `subpage_types` defines allowed child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template provides the foundation for all pages.
Note how we use template inheritance and blocks for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template provides the foundation for all pages.
Note how we use template inheritance and blocks for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template provides the foundation for all pages.
Note how we use template inheritance and blocks for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template provides the foundation for all pages.
Note how we use template inheritance and blocks for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BlogIndexPage serves as a container and listing page for blog posts.
It demonstrates Wagtail's powerful context manipulation to provide data to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BlogIndexPage serves as a container and listing page for blog posts.
It demonstrates Wagtail's powerful context manipulation to provide data to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BlogIndexPage serves as a container and listing page for blog posts.
It demonstrates Wagtail's powerful context manipulation to provide data to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BlogIndexPage serves as a container and listing page for blog posts.
It demonstrates Wagtail's powerful context manipulation to provide data to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BlogIndexPage serves as a container and listing page for blog posts.
It demonstrates Wagtail's powerful context manipulation to provide data to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BlogIndexPage serves as a container and listing page for blog posts.
It demonstrates Wagtail's powerful context manipulation to provide data to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BlogPage model is more complex, featuring StreamField for flexible content and tagging functionality.
StreamField allows editors to build pages from predefined content blocks in any order they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BlogPage model is more complex, featuring StreamField for flexible content and tagging functionality.
StreamField allows editors to build pages from predefined content blocks in any order they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BlogPage model is more complex, featuring StreamField for flexible content and tagging functionality.
StreamField allows editors to build pages from predefined content blocks in any order they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BlogPage model is more complex, featuring StreamField for flexible content and tagging functionality.
StreamField allows editors to build pages from predefined content blocks in any order they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BlogPage model is more complex, featuring StreamField for flexible content and tagging functionality.
StreamField allows editors to build pages from predefined content blocks in any order they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processor provides navigation pages to all templates.
It handles missing pages gracefully and uses Wagtail's site finder.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processor provides navigation pages to all templates.
It handles missing pages gracefully and uses Wagtail's site finder.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processor provides navigation pages to all templates.
It handles missing pages gracefully and uses Wagtail's site finder.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Responsive design with mobile menu
- Dynamic navigation items from context
- Active state highlighting
- Dark mode support
- Accessible button for mobile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Responsive design with mobile menu
- Dynamic navigation items from context
- Active state highlighting
- Dark mode support
- Accessible button for mobile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Responsive design with mobile menu
- Dynamic navigation items from context
- Active state highlighting
- Dark mode support
- Accessible button for mobile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Responsive design with mobile menu
- Dynamic navigation items from context
- Active state highlighting
- Dark mode support
- Accessible button for mobile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Responsive design with mobile menu
- Dynamic navigation items from context
- Active state highlighting
- Dark mode support
- Accessible button for mobile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Responsive design with mobile menu
- Dynamic navigation items from context
- Active state highlighting
- Dark mode support
- Accessible button for mobile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Wagtail admin interface provides a powerful yet user-friendly environment for content editors.
The page hierarchy is central to Wagtail's content organization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concludes our tutorial, but there are many ways to extend and enhance your Wagtail-Tailwind blog.
The resources listed will help you continue your learning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Modern Blog with Wagtail &amp; Tailwind CSS - Slidev</dc:title>
  <dc:subject>&lt;h2&gt;Wagtail-Tailwind Blog Tutorial&lt;/h2&gt;
&lt;p&gt;A comprehensive walkthrough for building a modern blog platform.&lt;/p&gt;
</dc:subject>
  <dc:creator>PptxGenJS</dc:creator>
  <cp:lastModifiedBy>PptxGenJS</cp:lastModifiedBy>
  <cp:revision>1</cp:revision>
  <dcterms:created xsi:type="dcterms:W3CDTF">2025-03-22T07:59:16Z</dcterms:created>
  <dcterms:modified xsi:type="dcterms:W3CDTF">2025-03-22T07:59:16Z</dcterms:modified>
</cp:coreProperties>
</file>